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9EAEF6A1.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3"/>
  </p:notesMasterIdLst>
  <p:sldIdLst>
    <p:sldId id="256" r:id="rId2"/>
  </p:sldIdLst>
  <p:sldSz cx="9561513" cy="38227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8038FE-C879-9321-9A02-E4E2ED79FCDF}" name="Groot, H.L.F. de (HLF)" initials="HG" userId="S::h.l.f.de.groot@vu.nl::fbb1bc73-64ce-4ea7-bdd3-44635dd8b97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4C90B7-4BA7-5242-B7A4-91499DAD7FA4}" v="5" dt="2026-04-23T13:44:41.6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215"/>
    <p:restoredTop sz="94658"/>
  </p:normalViewPr>
  <p:slideViewPr>
    <p:cSldViewPr snapToGrid="0">
      <p:cViewPr varScale="1">
        <p:scale>
          <a:sx n="151" d="100"/>
          <a:sy n="151" d="100"/>
        </p:scale>
        <p:origin x="200" y="95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8/10/relationships/authors" Target="authors.xml"/></Relationships>
</file>

<file path=ppt/comments/modernComment_100_9EAEF6A1.xml><?xml version="1.0" encoding="utf-8"?>
<p188:cmLst xmlns:a="http://schemas.openxmlformats.org/drawingml/2006/main" xmlns:r="http://schemas.openxmlformats.org/officeDocument/2006/relationships" xmlns:p188="http://schemas.microsoft.com/office/powerpoint/2018/8/main">
  <p188:cm id="{F1C0D903-0619-41C8-A8AA-C9B2FB3911FA}" authorId="{F18038FE-C879-9321-9A02-E4E2ED79FCDF}" created="2026-04-28T13:26:09.781">
    <ac:deMkLst xmlns:ac="http://schemas.microsoft.com/office/drawing/2013/main/command">
      <pc:docMk xmlns:pc="http://schemas.microsoft.com/office/powerpoint/2013/main/command"/>
      <pc:sldMk xmlns:pc="http://schemas.microsoft.com/office/powerpoint/2013/main/command" cId="2662266529" sldId="256"/>
      <ac:picMk id="6" creationId="{F7C62F75-0B12-2D67-6319-88B2649719FB}"/>
    </ac:deMkLst>
    <p188:txBody>
      <a:bodyPr/>
      <a:lstStyle/>
      <a:p>
        <a:r>
          <a:rPr lang="nl-NL"/>
          <a:t>Hier ontstaat dus al de verwarring omdat hier number of  tourists staat die afneemt in afstand… </a:t>
        </a:r>
      </a:p>
    </p188:txBody>
  </p188:cm>
  <p188:cm id="{4DEF66E3-A750-458B-A398-D62A81EEF853}" authorId="{F18038FE-C879-9321-9A02-E4E2ED79FCDF}" created="2026-04-28T13:43:12.150">
    <ac:deMkLst xmlns:ac="http://schemas.microsoft.com/office/drawing/2013/main/command">
      <pc:docMk xmlns:pc="http://schemas.microsoft.com/office/powerpoint/2013/main/command"/>
      <pc:sldMk xmlns:pc="http://schemas.microsoft.com/office/powerpoint/2013/main/command" cId="2662266529" sldId="256"/>
      <ac:spMk id="9" creationId="{405FE8D1-E98D-8837-B4D4-0A66670C438B}"/>
    </ac:deMkLst>
    <p188:txBody>
      <a:bodyPr/>
      <a:lstStyle/>
      <a:p>
        <a:r>
          <a:rPr lang="nl-NL"/>
          <a:t>140 ipv 182 primary studies</a:t>
        </a:r>
      </a:p>
    </p188:txBody>
  </p188:cm>
  <p188:cm id="{67140BE2-06D5-442E-993D-F5EBB0933ED0}" authorId="{F18038FE-C879-9321-9A02-E4E2ED79FCDF}" created="2026-04-28T13:44:05.758">
    <ac:deMkLst xmlns:ac="http://schemas.microsoft.com/office/drawing/2013/main/command">
      <pc:docMk xmlns:pc="http://schemas.microsoft.com/office/powerpoint/2013/main/command"/>
      <pc:sldMk xmlns:pc="http://schemas.microsoft.com/office/powerpoint/2013/main/command" cId="2662266529" sldId="256"/>
      <ac:spMk id="13" creationId="{86E767C0-F118-F055-A868-49A3AE3A04DD}"/>
    </ac:deMkLst>
    <p188:txBody>
      <a:bodyPr/>
      <a:lstStyle/>
      <a:p>
        <a:r>
          <a:rPr lang="nl-NL"/>
          <a:t>Smaller ipv flatter? </a:t>
        </a:r>
      </a:p>
    </p188:txBody>
  </p188:cm>
  <p188:cm id="{43A679FD-5C7A-4B57-B4F7-D8E3300BD235}" authorId="{F18038FE-C879-9321-9A02-E4E2ED79FCDF}" created="2026-04-28T13:44:37.300">
    <ac:deMkLst xmlns:ac="http://schemas.microsoft.com/office/drawing/2013/main/command">
      <pc:docMk xmlns:pc="http://schemas.microsoft.com/office/powerpoint/2013/main/command"/>
      <pc:sldMk xmlns:pc="http://schemas.microsoft.com/office/powerpoint/2013/main/command" cId="2662266529" sldId="256"/>
      <ac:spMk id="34" creationId="{A4FE8F47-5B32-2CF2-C6A3-D9BD5F17BA62}"/>
    </ac:deMkLst>
    <p188:txBody>
      <a:bodyPr/>
      <a:lstStyle/>
      <a:p>
        <a:r>
          <a:rPr lang="nl-NL"/>
          <a:t>Voor domestic wellicht autootje of treintje? </a:t>
        </a:r>
      </a:p>
    </p188:txBody>
  </p188:cm>
  <p188:cm id="{880894F9-7104-4B18-B5D0-AAEAA8273A8D}" authorId="{F18038FE-C879-9321-9A02-E4E2ED79FCDF}" created="2026-04-28T13:46:52.669">
    <ac:deMkLst xmlns:ac="http://schemas.microsoft.com/office/drawing/2013/main/command">
      <pc:docMk xmlns:pc="http://schemas.microsoft.com/office/powerpoint/2013/main/command"/>
      <pc:sldMk xmlns:pc="http://schemas.microsoft.com/office/powerpoint/2013/main/command" cId="2662266529" sldId="256"/>
      <ac:spMk id="35" creationId="{1F514C6A-8E93-C0FE-F9EC-867C5D0D001C}"/>
    </ac:deMkLst>
    <p188:txBody>
      <a:bodyPr/>
      <a:lstStyle/>
      <a:p>
        <a:r>
          <a:rPr lang="nl-NL"/>
          <a:t>Ik twijfel hier over opnemen van inkomenseffect. En hier hebben we het over share of tourists travelling long distances is increasing in distance. Probably the best way to describe. See also abstract and highlights.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43AAD3-71D7-AC4B-8EF7-D8DD7F1D7D5D}" type="datetimeFigureOut">
              <a:rPr lang="en-US" smtClean="0"/>
              <a:t>4/29/26</a:t>
            </a:fld>
            <a:endParaRPr lang="en-US"/>
          </a:p>
        </p:txBody>
      </p:sp>
      <p:sp>
        <p:nvSpPr>
          <p:cNvPr id="4" name="Slide Image Placeholder 3"/>
          <p:cNvSpPr>
            <a:spLocks noGrp="1" noRot="1" noChangeAspect="1"/>
          </p:cNvSpPr>
          <p:nvPr>
            <p:ph type="sldImg" idx="2"/>
          </p:nvPr>
        </p:nvSpPr>
        <p:spPr>
          <a:xfrm>
            <a:off x="-430213" y="1143000"/>
            <a:ext cx="7718426"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2A52A0-EBDE-A24B-AF04-9DA3449DAB7F}" type="slidenum">
              <a:rPr lang="en-US" smtClean="0"/>
              <a:t>‹#›</a:t>
            </a:fld>
            <a:endParaRPr lang="en-US"/>
          </a:p>
        </p:txBody>
      </p:sp>
    </p:spTree>
    <p:extLst>
      <p:ext uri="{BB962C8B-B14F-4D97-AF65-F5344CB8AC3E}">
        <p14:creationId xmlns:p14="http://schemas.microsoft.com/office/powerpoint/2010/main" val="1451623099"/>
      </p:ext>
    </p:extLst>
  </p:cSld>
  <p:clrMap bg1="lt1" tx1="dk1" bg2="lt2" tx2="dk2" accent1="accent1" accent2="accent2" accent3="accent3" accent4="accent4" accent5="accent5" accent6="accent6" hlink="hlink" folHlink="folHlink"/>
  <p:notesStyle>
    <a:lvl1pPr marL="0" algn="l" defTabSz="679758" rtl="0" eaLnBrk="1" latinLnBrk="0" hangingPunct="1">
      <a:defRPr sz="892" kern="1200">
        <a:solidFill>
          <a:schemeClr val="tx1"/>
        </a:solidFill>
        <a:latin typeface="+mn-lt"/>
        <a:ea typeface="+mn-ea"/>
        <a:cs typeface="+mn-cs"/>
      </a:defRPr>
    </a:lvl1pPr>
    <a:lvl2pPr marL="339881" algn="l" defTabSz="679758" rtl="0" eaLnBrk="1" latinLnBrk="0" hangingPunct="1">
      <a:defRPr sz="892" kern="1200">
        <a:solidFill>
          <a:schemeClr val="tx1"/>
        </a:solidFill>
        <a:latin typeface="+mn-lt"/>
        <a:ea typeface="+mn-ea"/>
        <a:cs typeface="+mn-cs"/>
      </a:defRPr>
    </a:lvl2pPr>
    <a:lvl3pPr marL="679758" algn="l" defTabSz="679758" rtl="0" eaLnBrk="1" latinLnBrk="0" hangingPunct="1">
      <a:defRPr sz="892" kern="1200">
        <a:solidFill>
          <a:schemeClr val="tx1"/>
        </a:solidFill>
        <a:latin typeface="+mn-lt"/>
        <a:ea typeface="+mn-ea"/>
        <a:cs typeface="+mn-cs"/>
      </a:defRPr>
    </a:lvl3pPr>
    <a:lvl4pPr marL="1019639" algn="l" defTabSz="679758" rtl="0" eaLnBrk="1" latinLnBrk="0" hangingPunct="1">
      <a:defRPr sz="892" kern="1200">
        <a:solidFill>
          <a:schemeClr val="tx1"/>
        </a:solidFill>
        <a:latin typeface="+mn-lt"/>
        <a:ea typeface="+mn-ea"/>
        <a:cs typeface="+mn-cs"/>
      </a:defRPr>
    </a:lvl4pPr>
    <a:lvl5pPr marL="1359516" algn="l" defTabSz="679758" rtl="0" eaLnBrk="1" latinLnBrk="0" hangingPunct="1">
      <a:defRPr sz="892" kern="1200">
        <a:solidFill>
          <a:schemeClr val="tx1"/>
        </a:solidFill>
        <a:latin typeface="+mn-lt"/>
        <a:ea typeface="+mn-ea"/>
        <a:cs typeface="+mn-cs"/>
      </a:defRPr>
    </a:lvl5pPr>
    <a:lvl6pPr marL="1699397" algn="l" defTabSz="679758" rtl="0" eaLnBrk="1" latinLnBrk="0" hangingPunct="1">
      <a:defRPr sz="892" kern="1200">
        <a:solidFill>
          <a:schemeClr val="tx1"/>
        </a:solidFill>
        <a:latin typeface="+mn-lt"/>
        <a:ea typeface="+mn-ea"/>
        <a:cs typeface="+mn-cs"/>
      </a:defRPr>
    </a:lvl6pPr>
    <a:lvl7pPr marL="2039276" algn="l" defTabSz="679758" rtl="0" eaLnBrk="1" latinLnBrk="0" hangingPunct="1">
      <a:defRPr sz="892" kern="1200">
        <a:solidFill>
          <a:schemeClr val="tx1"/>
        </a:solidFill>
        <a:latin typeface="+mn-lt"/>
        <a:ea typeface="+mn-ea"/>
        <a:cs typeface="+mn-cs"/>
      </a:defRPr>
    </a:lvl7pPr>
    <a:lvl8pPr marL="2379155" algn="l" defTabSz="679758" rtl="0" eaLnBrk="1" latinLnBrk="0" hangingPunct="1">
      <a:defRPr sz="892" kern="1200">
        <a:solidFill>
          <a:schemeClr val="tx1"/>
        </a:solidFill>
        <a:latin typeface="+mn-lt"/>
        <a:ea typeface="+mn-ea"/>
        <a:cs typeface="+mn-cs"/>
      </a:defRPr>
    </a:lvl8pPr>
    <a:lvl9pPr marL="2719034" algn="l" defTabSz="679758" rtl="0" eaLnBrk="1" latinLnBrk="0" hangingPunct="1">
      <a:defRPr sz="89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B2A52A0-EBDE-A24B-AF04-9DA3449DAB7F}" type="slidenum">
              <a:rPr lang="en-US" smtClean="0"/>
              <a:t>1</a:t>
            </a:fld>
            <a:endParaRPr lang="en-US"/>
          </a:p>
        </p:txBody>
      </p:sp>
    </p:spTree>
    <p:extLst>
      <p:ext uri="{BB962C8B-B14F-4D97-AF65-F5344CB8AC3E}">
        <p14:creationId xmlns:p14="http://schemas.microsoft.com/office/powerpoint/2010/main" val="158854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95189" y="625613"/>
            <a:ext cx="7171135" cy="1330866"/>
          </a:xfrm>
        </p:spPr>
        <p:txBody>
          <a:bodyPr anchor="b"/>
          <a:lstStyle>
            <a:lvl1pPr algn="ctr">
              <a:defRPr sz="3344"/>
            </a:lvl1pPr>
          </a:lstStyle>
          <a:p>
            <a:r>
              <a:rPr lang="en-GB"/>
              <a:t>Click to edit Master title style</a:t>
            </a:r>
            <a:endParaRPr lang="en-US" dirty="0"/>
          </a:p>
        </p:txBody>
      </p:sp>
      <p:sp>
        <p:nvSpPr>
          <p:cNvPr id="3" name="Subtitle 2"/>
          <p:cNvSpPr>
            <a:spLocks noGrp="1"/>
          </p:cNvSpPr>
          <p:nvPr>
            <p:ph type="subTitle" idx="1"/>
          </p:nvPr>
        </p:nvSpPr>
        <p:spPr>
          <a:xfrm>
            <a:off x="1195189" y="2007803"/>
            <a:ext cx="7171135" cy="922934"/>
          </a:xfrm>
        </p:spPr>
        <p:txBody>
          <a:bodyPr/>
          <a:lstStyle>
            <a:lvl1pPr marL="0" indent="0" algn="ctr">
              <a:buNone/>
              <a:defRPr sz="1338"/>
            </a:lvl1pPr>
            <a:lvl2pPr marL="254843" indent="0" algn="ctr">
              <a:buNone/>
              <a:defRPr sz="1115"/>
            </a:lvl2pPr>
            <a:lvl3pPr marL="509687" indent="0" algn="ctr">
              <a:buNone/>
              <a:defRPr sz="1003"/>
            </a:lvl3pPr>
            <a:lvl4pPr marL="764530" indent="0" algn="ctr">
              <a:buNone/>
              <a:defRPr sz="892"/>
            </a:lvl4pPr>
            <a:lvl5pPr marL="1019373" indent="0" algn="ctr">
              <a:buNone/>
              <a:defRPr sz="892"/>
            </a:lvl5pPr>
            <a:lvl6pPr marL="1274216" indent="0" algn="ctr">
              <a:buNone/>
              <a:defRPr sz="892"/>
            </a:lvl6pPr>
            <a:lvl7pPr marL="1529060" indent="0" algn="ctr">
              <a:buNone/>
              <a:defRPr sz="892"/>
            </a:lvl7pPr>
            <a:lvl8pPr marL="1783903" indent="0" algn="ctr">
              <a:buNone/>
              <a:defRPr sz="892"/>
            </a:lvl8pPr>
            <a:lvl9pPr marL="2038746" indent="0" algn="ctr">
              <a:buNone/>
              <a:defRPr sz="892"/>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0356222-9F14-664A-BDE1-9B3FD3BCA485}"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2921889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0356222-9F14-664A-BDE1-9B3FD3BCA485}"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1741591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2374" y="953021"/>
            <a:ext cx="8246805" cy="1590137"/>
          </a:xfrm>
        </p:spPr>
        <p:txBody>
          <a:bodyPr anchor="b"/>
          <a:lstStyle>
            <a:lvl1pPr>
              <a:defRPr sz="3344"/>
            </a:lvl1pPr>
          </a:lstStyle>
          <a:p>
            <a:r>
              <a:rPr lang="en-GB"/>
              <a:t>Click to edit Master title style</a:t>
            </a:r>
            <a:endParaRPr lang="en-US" dirty="0"/>
          </a:p>
        </p:txBody>
      </p:sp>
      <p:sp>
        <p:nvSpPr>
          <p:cNvPr id="3" name="Text Placeholder 2"/>
          <p:cNvSpPr>
            <a:spLocks noGrp="1"/>
          </p:cNvSpPr>
          <p:nvPr>
            <p:ph type="body" idx="1"/>
          </p:nvPr>
        </p:nvSpPr>
        <p:spPr>
          <a:xfrm>
            <a:off x="652374" y="2558201"/>
            <a:ext cx="8246805" cy="836215"/>
          </a:xfrm>
        </p:spPr>
        <p:txBody>
          <a:bodyPr/>
          <a:lstStyle>
            <a:lvl1pPr marL="0" indent="0">
              <a:buNone/>
              <a:defRPr sz="1338">
                <a:solidFill>
                  <a:schemeClr val="tx1">
                    <a:tint val="82000"/>
                  </a:schemeClr>
                </a:solidFill>
              </a:defRPr>
            </a:lvl1pPr>
            <a:lvl2pPr marL="254843" indent="0">
              <a:buNone/>
              <a:defRPr sz="1115">
                <a:solidFill>
                  <a:schemeClr val="tx1">
                    <a:tint val="82000"/>
                  </a:schemeClr>
                </a:solidFill>
              </a:defRPr>
            </a:lvl2pPr>
            <a:lvl3pPr marL="509687" indent="0">
              <a:buNone/>
              <a:defRPr sz="1003">
                <a:solidFill>
                  <a:schemeClr val="tx1">
                    <a:tint val="82000"/>
                  </a:schemeClr>
                </a:solidFill>
              </a:defRPr>
            </a:lvl3pPr>
            <a:lvl4pPr marL="764530" indent="0">
              <a:buNone/>
              <a:defRPr sz="892">
                <a:solidFill>
                  <a:schemeClr val="tx1">
                    <a:tint val="82000"/>
                  </a:schemeClr>
                </a:solidFill>
              </a:defRPr>
            </a:lvl4pPr>
            <a:lvl5pPr marL="1019373" indent="0">
              <a:buNone/>
              <a:defRPr sz="892">
                <a:solidFill>
                  <a:schemeClr val="tx1">
                    <a:tint val="82000"/>
                  </a:schemeClr>
                </a:solidFill>
              </a:defRPr>
            </a:lvl5pPr>
            <a:lvl6pPr marL="1274216" indent="0">
              <a:buNone/>
              <a:defRPr sz="892">
                <a:solidFill>
                  <a:schemeClr val="tx1">
                    <a:tint val="82000"/>
                  </a:schemeClr>
                </a:solidFill>
              </a:defRPr>
            </a:lvl6pPr>
            <a:lvl7pPr marL="1529060" indent="0">
              <a:buNone/>
              <a:defRPr sz="892">
                <a:solidFill>
                  <a:schemeClr val="tx1">
                    <a:tint val="82000"/>
                  </a:schemeClr>
                </a:solidFill>
              </a:defRPr>
            </a:lvl7pPr>
            <a:lvl8pPr marL="1783903" indent="0">
              <a:buNone/>
              <a:defRPr sz="892">
                <a:solidFill>
                  <a:schemeClr val="tx1">
                    <a:tint val="82000"/>
                  </a:schemeClr>
                </a:solidFill>
              </a:defRPr>
            </a:lvl8pPr>
            <a:lvl9pPr marL="2038746" indent="0">
              <a:buNone/>
              <a:defRPr sz="892">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0356222-9F14-664A-BDE1-9B3FD3BCA485}"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3937495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57354" y="1017617"/>
            <a:ext cx="4063643" cy="24254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840516" y="1017617"/>
            <a:ext cx="4063643" cy="24254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0356222-9F14-664A-BDE1-9B3FD3BCA485}" type="datetimeFigureOut">
              <a:rPr lang="en-US" smtClean="0"/>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3959180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8599" y="203523"/>
            <a:ext cx="8246805" cy="738879"/>
          </a:xfrm>
        </p:spPr>
        <p:txBody>
          <a:bodyPr/>
          <a:lstStyle/>
          <a:p>
            <a:r>
              <a:rPr lang="en-GB"/>
              <a:t>Click to edit Master title style</a:t>
            </a:r>
            <a:endParaRPr lang="en-US" dirty="0"/>
          </a:p>
        </p:txBody>
      </p:sp>
      <p:sp>
        <p:nvSpPr>
          <p:cNvPr id="3" name="Text Placeholder 2"/>
          <p:cNvSpPr>
            <a:spLocks noGrp="1"/>
          </p:cNvSpPr>
          <p:nvPr>
            <p:ph type="body" idx="1"/>
          </p:nvPr>
        </p:nvSpPr>
        <p:spPr>
          <a:xfrm>
            <a:off x="658600" y="937093"/>
            <a:ext cx="4044968" cy="459255"/>
          </a:xfrm>
        </p:spPr>
        <p:txBody>
          <a:bodyPr anchor="b"/>
          <a:lstStyle>
            <a:lvl1pPr marL="0" indent="0">
              <a:buNone/>
              <a:defRPr sz="1338" b="1"/>
            </a:lvl1pPr>
            <a:lvl2pPr marL="254843" indent="0">
              <a:buNone/>
              <a:defRPr sz="1115" b="1"/>
            </a:lvl2pPr>
            <a:lvl3pPr marL="509687" indent="0">
              <a:buNone/>
              <a:defRPr sz="1003" b="1"/>
            </a:lvl3pPr>
            <a:lvl4pPr marL="764530" indent="0">
              <a:buNone/>
              <a:defRPr sz="892" b="1"/>
            </a:lvl4pPr>
            <a:lvl5pPr marL="1019373" indent="0">
              <a:buNone/>
              <a:defRPr sz="892" b="1"/>
            </a:lvl5pPr>
            <a:lvl6pPr marL="1274216" indent="0">
              <a:buNone/>
              <a:defRPr sz="892" b="1"/>
            </a:lvl6pPr>
            <a:lvl7pPr marL="1529060" indent="0">
              <a:buNone/>
              <a:defRPr sz="892" b="1"/>
            </a:lvl7pPr>
            <a:lvl8pPr marL="1783903" indent="0">
              <a:buNone/>
              <a:defRPr sz="892" b="1"/>
            </a:lvl8pPr>
            <a:lvl9pPr marL="2038746" indent="0">
              <a:buNone/>
              <a:defRPr sz="892" b="1"/>
            </a:lvl9pPr>
          </a:lstStyle>
          <a:p>
            <a:pPr lvl="0"/>
            <a:r>
              <a:rPr lang="en-GB"/>
              <a:t>Click to edit Master text styles</a:t>
            </a:r>
          </a:p>
        </p:txBody>
      </p:sp>
      <p:sp>
        <p:nvSpPr>
          <p:cNvPr id="4" name="Content Placeholder 3"/>
          <p:cNvSpPr>
            <a:spLocks noGrp="1"/>
          </p:cNvSpPr>
          <p:nvPr>
            <p:ph sz="half" idx="2"/>
          </p:nvPr>
        </p:nvSpPr>
        <p:spPr>
          <a:xfrm>
            <a:off x="658600" y="1396347"/>
            <a:ext cx="4044968" cy="20538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840516" y="937093"/>
            <a:ext cx="4064888" cy="459255"/>
          </a:xfrm>
        </p:spPr>
        <p:txBody>
          <a:bodyPr anchor="b"/>
          <a:lstStyle>
            <a:lvl1pPr marL="0" indent="0">
              <a:buNone/>
              <a:defRPr sz="1338" b="1"/>
            </a:lvl1pPr>
            <a:lvl2pPr marL="254843" indent="0">
              <a:buNone/>
              <a:defRPr sz="1115" b="1"/>
            </a:lvl2pPr>
            <a:lvl3pPr marL="509687" indent="0">
              <a:buNone/>
              <a:defRPr sz="1003" b="1"/>
            </a:lvl3pPr>
            <a:lvl4pPr marL="764530" indent="0">
              <a:buNone/>
              <a:defRPr sz="892" b="1"/>
            </a:lvl4pPr>
            <a:lvl5pPr marL="1019373" indent="0">
              <a:buNone/>
              <a:defRPr sz="892" b="1"/>
            </a:lvl5pPr>
            <a:lvl6pPr marL="1274216" indent="0">
              <a:buNone/>
              <a:defRPr sz="892" b="1"/>
            </a:lvl6pPr>
            <a:lvl7pPr marL="1529060" indent="0">
              <a:buNone/>
              <a:defRPr sz="892" b="1"/>
            </a:lvl7pPr>
            <a:lvl8pPr marL="1783903" indent="0">
              <a:buNone/>
              <a:defRPr sz="892" b="1"/>
            </a:lvl8pPr>
            <a:lvl9pPr marL="2038746" indent="0">
              <a:buNone/>
              <a:defRPr sz="892" b="1"/>
            </a:lvl9pPr>
          </a:lstStyle>
          <a:p>
            <a:pPr lvl="0"/>
            <a:r>
              <a:rPr lang="en-GB"/>
              <a:t>Click to edit Master text styles</a:t>
            </a:r>
          </a:p>
        </p:txBody>
      </p:sp>
      <p:sp>
        <p:nvSpPr>
          <p:cNvPr id="6" name="Content Placeholder 5"/>
          <p:cNvSpPr>
            <a:spLocks noGrp="1"/>
          </p:cNvSpPr>
          <p:nvPr>
            <p:ph sz="quarter" idx="4"/>
          </p:nvPr>
        </p:nvSpPr>
        <p:spPr>
          <a:xfrm>
            <a:off x="4840516" y="1396347"/>
            <a:ext cx="4064888" cy="20538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0356222-9F14-664A-BDE1-9B3FD3BCA485}" type="datetimeFigureOut">
              <a:rPr lang="en-US" smtClean="0"/>
              <a:t>4/29/26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3218402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0356222-9F14-664A-BDE1-9B3FD3BCA485}" type="datetimeFigureOut">
              <a:rPr lang="en-US" smtClean="0"/>
              <a:t>4/29/26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2318803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356222-9F14-664A-BDE1-9B3FD3BCA485}" type="datetimeFigureOut">
              <a:rPr lang="en-US" smtClean="0"/>
              <a:t>4/29/26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1612352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8600" y="254847"/>
            <a:ext cx="3083837" cy="891963"/>
          </a:xfrm>
        </p:spPr>
        <p:txBody>
          <a:bodyPr anchor="b"/>
          <a:lstStyle>
            <a:lvl1pPr>
              <a:defRPr sz="1784"/>
            </a:lvl1pPr>
          </a:lstStyle>
          <a:p>
            <a:r>
              <a:rPr lang="en-GB"/>
              <a:t>Click to edit Master title style</a:t>
            </a:r>
            <a:endParaRPr lang="en-US" dirty="0"/>
          </a:p>
        </p:txBody>
      </p:sp>
      <p:sp>
        <p:nvSpPr>
          <p:cNvPr id="3" name="Content Placeholder 2"/>
          <p:cNvSpPr>
            <a:spLocks noGrp="1"/>
          </p:cNvSpPr>
          <p:nvPr>
            <p:ph idx="1"/>
          </p:nvPr>
        </p:nvSpPr>
        <p:spPr>
          <a:xfrm>
            <a:off x="4064888" y="550398"/>
            <a:ext cx="4840516" cy="2716595"/>
          </a:xfrm>
        </p:spPr>
        <p:txBody>
          <a:bodyPr/>
          <a:lstStyle>
            <a:lvl1pPr>
              <a:defRPr sz="1784"/>
            </a:lvl1pPr>
            <a:lvl2pPr>
              <a:defRPr sz="1561"/>
            </a:lvl2pPr>
            <a:lvl3pPr>
              <a:defRPr sz="1338"/>
            </a:lvl3pPr>
            <a:lvl4pPr>
              <a:defRPr sz="1115"/>
            </a:lvl4pPr>
            <a:lvl5pPr>
              <a:defRPr sz="1115"/>
            </a:lvl5pPr>
            <a:lvl6pPr>
              <a:defRPr sz="1115"/>
            </a:lvl6pPr>
            <a:lvl7pPr>
              <a:defRPr sz="1115"/>
            </a:lvl7pPr>
            <a:lvl8pPr>
              <a:defRPr sz="1115"/>
            </a:lvl8pPr>
            <a:lvl9pPr>
              <a:defRPr sz="1115"/>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58600" y="1146810"/>
            <a:ext cx="3083837" cy="2124607"/>
          </a:xfrm>
        </p:spPr>
        <p:txBody>
          <a:bodyPr/>
          <a:lstStyle>
            <a:lvl1pPr marL="0" indent="0">
              <a:buNone/>
              <a:defRPr sz="892"/>
            </a:lvl1pPr>
            <a:lvl2pPr marL="254843" indent="0">
              <a:buNone/>
              <a:defRPr sz="780"/>
            </a:lvl2pPr>
            <a:lvl3pPr marL="509687" indent="0">
              <a:buNone/>
              <a:defRPr sz="669"/>
            </a:lvl3pPr>
            <a:lvl4pPr marL="764530" indent="0">
              <a:buNone/>
              <a:defRPr sz="557"/>
            </a:lvl4pPr>
            <a:lvl5pPr marL="1019373" indent="0">
              <a:buNone/>
              <a:defRPr sz="557"/>
            </a:lvl5pPr>
            <a:lvl6pPr marL="1274216" indent="0">
              <a:buNone/>
              <a:defRPr sz="557"/>
            </a:lvl6pPr>
            <a:lvl7pPr marL="1529060" indent="0">
              <a:buNone/>
              <a:defRPr sz="557"/>
            </a:lvl7pPr>
            <a:lvl8pPr marL="1783903" indent="0">
              <a:buNone/>
              <a:defRPr sz="557"/>
            </a:lvl8pPr>
            <a:lvl9pPr marL="2038746" indent="0">
              <a:buNone/>
              <a:defRPr sz="557"/>
            </a:lvl9pPr>
          </a:lstStyle>
          <a:p>
            <a:pPr lvl="0"/>
            <a:r>
              <a:rPr lang="en-GB"/>
              <a:t>Click to edit Master text styles</a:t>
            </a:r>
          </a:p>
        </p:txBody>
      </p:sp>
      <p:sp>
        <p:nvSpPr>
          <p:cNvPr id="5" name="Date Placeholder 4"/>
          <p:cNvSpPr>
            <a:spLocks noGrp="1"/>
          </p:cNvSpPr>
          <p:nvPr>
            <p:ph type="dt" sz="half" idx="10"/>
          </p:nvPr>
        </p:nvSpPr>
        <p:spPr/>
        <p:txBody>
          <a:bodyPr/>
          <a:lstStyle/>
          <a:p>
            <a:fld id="{D0356222-9F14-664A-BDE1-9B3FD3BCA485}" type="datetimeFigureOut">
              <a:rPr lang="en-US" smtClean="0"/>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3426219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8600" y="254847"/>
            <a:ext cx="3083837" cy="891963"/>
          </a:xfrm>
        </p:spPr>
        <p:txBody>
          <a:bodyPr anchor="b"/>
          <a:lstStyle>
            <a:lvl1pPr>
              <a:defRPr sz="1784"/>
            </a:lvl1pPr>
          </a:lstStyle>
          <a:p>
            <a:r>
              <a:rPr lang="en-GB"/>
              <a:t>Click to edit Master title style</a:t>
            </a:r>
            <a:endParaRPr lang="en-US" dirty="0"/>
          </a:p>
        </p:txBody>
      </p:sp>
      <p:sp>
        <p:nvSpPr>
          <p:cNvPr id="3" name="Picture Placeholder 2"/>
          <p:cNvSpPr>
            <a:spLocks noGrp="1" noChangeAspect="1"/>
          </p:cNvSpPr>
          <p:nvPr>
            <p:ph type="pic" idx="1"/>
          </p:nvPr>
        </p:nvSpPr>
        <p:spPr>
          <a:xfrm>
            <a:off x="4064888" y="550398"/>
            <a:ext cx="4840516" cy="2716595"/>
          </a:xfrm>
        </p:spPr>
        <p:txBody>
          <a:bodyPr anchor="t"/>
          <a:lstStyle>
            <a:lvl1pPr marL="0" indent="0">
              <a:buNone/>
              <a:defRPr sz="1784"/>
            </a:lvl1pPr>
            <a:lvl2pPr marL="254843" indent="0">
              <a:buNone/>
              <a:defRPr sz="1561"/>
            </a:lvl2pPr>
            <a:lvl3pPr marL="509687" indent="0">
              <a:buNone/>
              <a:defRPr sz="1338"/>
            </a:lvl3pPr>
            <a:lvl4pPr marL="764530" indent="0">
              <a:buNone/>
              <a:defRPr sz="1115"/>
            </a:lvl4pPr>
            <a:lvl5pPr marL="1019373" indent="0">
              <a:buNone/>
              <a:defRPr sz="1115"/>
            </a:lvl5pPr>
            <a:lvl6pPr marL="1274216" indent="0">
              <a:buNone/>
              <a:defRPr sz="1115"/>
            </a:lvl6pPr>
            <a:lvl7pPr marL="1529060" indent="0">
              <a:buNone/>
              <a:defRPr sz="1115"/>
            </a:lvl7pPr>
            <a:lvl8pPr marL="1783903" indent="0">
              <a:buNone/>
              <a:defRPr sz="1115"/>
            </a:lvl8pPr>
            <a:lvl9pPr marL="2038746" indent="0">
              <a:buNone/>
              <a:defRPr sz="1115"/>
            </a:lvl9pPr>
          </a:lstStyle>
          <a:p>
            <a:r>
              <a:rPr lang="en-GB"/>
              <a:t>Click icon to add picture</a:t>
            </a:r>
            <a:endParaRPr lang="en-US" dirty="0"/>
          </a:p>
        </p:txBody>
      </p:sp>
      <p:sp>
        <p:nvSpPr>
          <p:cNvPr id="4" name="Text Placeholder 3"/>
          <p:cNvSpPr>
            <a:spLocks noGrp="1"/>
          </p:cNvSpPr>
          <p:nvPr>
            <p:ph type="body" sz="half" idx="2"/>
          </p:nvPr>
        </p:nvSpPr>
        <p:spPr>
          <a:xfrm>
            <a:off x="658600" y="1146810"/>
            <a:ext cx="3083837" cy="2124607"/>
          </a:xfrm>
        </p:spPr>
        <p:txBody>
          <a:bodyPr/>
          <a:lstStyle>
            <a:lvl1pPr marL="0" indent="0">
              <a:buNone/>
              <a:defRPr sz="892"/>
            </a:lvl1pPr>
            <a:lvl2pPr marL="254843" indent="0">
              <a:buNone/>
              <a:defRPr sz="780"/>
            </a:lvl2pPr>
            <a:lvl3pPr marL="509687" indent="0">
              <a:buNone/>
              <a:defRPr sz="669"/>
            </a:lvl3pPr>
            <a:lvl4pPr marL="764530" indent="0">
              <a:buNone/>
              <a:defRPr sz="557"/>
            </a:lvl4pPr>
            <a:lvl5pPr marL="1019373" indent="0">
              <a:buNone/>
              <a:defRPr sz="557"/>
            </a:lvl5pPr>
            <a:lvl6pPr marL="1274216" indent="0">
              <a:buNone/>
              <a:defRPr sz="557"/>
            </a:lvl6pPr>
            <a:lvl7pPr marL="1529060" indent="0">
              <a:buNone/>
              <a:defRPr sz="557"/>
            </a:lvl7pPr>
            <a:lvl8pPr marL="1783903" indent="0">
              <a:buNone/>
              <a:defRPr sz="557"/>
            </a:lvl8pPr>
            <a:lvl9pPr marL="2038746" indent="0">
              <a:buNone/>
              <a:defRPr sz="557"/>
            </a:lvl9pPr>
          </a:lstStyle>
          <a:p>
            <a:pPr lvl="0"/>
            <a:r>
              <a:rPr lang="en-GB"/>
              <a:t>Click to edit Master text styles</a:t>
            </a:r>
          </a:p>
        </p:txBody>
      </p:sp>
      <p:sp>
        <p:nvSpPr>
          <p:cNvPr id="5" name="Date Placeholder 4"/>
          <p:cNvSpPr>
            <a:spLocks noGrp="1"/>
          </p:cNvSpPr>
          <p:nvPr>
            <p:ph type="dt" sz="half" idx="10"/>
          </p:nvPr>
        </p:nvSpPr>
        <p:spPr/>
        <p:txBody>
          <a:bodyPr/>
          <a:lstStyle/>
          <a:p>
            <a:fld id="{D0356222-9F14-664A-BDE1-9B3FD3BCA485}" type="datetimeFigureOut">
              <a:rPr lang="en-US" smtClean="0"/>
              <a:t>4/29/26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3718933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0356222-9F14-664A-BDE1-9B3FD3BCA485}"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2892525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2458" y="203523"/>
            <a:ext cx="2061701" cy="3239562"/>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57354" y="203523"/>
            <a:ext cx="6065585" cy="32395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0356222-9F14-664A-BDE1-9B3FD3BCA485}" type="datetimeFigureOut">
              <a:rPr lang="en-US" smtClean="0"/>
              <a:t>4/29/26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349E5-0CF8-464A-9BDE-A0301205D0CB}" type="slidenum">
              <a:rPr lang="en-US" smtClean="0"/>
              <a:t>‹#›</a:t>
            </a:fld>
            <a:endParaRPr lang="en-US"/>
          </a:p>
        </p:txBody>
      </p:sp>
    </p:spTree>
    <p:extLst>
      <p:ext uri="{BB962C8B-B14F-4D97-AF65-F5344CB8AC3E}">
        <p14:creationId xmlns:p14="http://schemas.microsoft.com/office/powerpoint/2010/main" val="1421976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354" y="203523"/>
            <a:ext cx="8246805" cy="738879"/>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57354" y="1017617"/>
            <a:ext cx="8246805" cy="242546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57354" y="3543077"/>
            <a:ext cx="2151340" cy="203523"/>
          </a:xfrm>
          <a:prstGeom prst="rect">
            <a:avLst/>
          </a:prstGeom>
        </p:spPr>
        <p:txBody>
          <a:bodyPr vert="horz" lIns="91440" tIns="45720" rIns="91440" bIns="45720" rtlCol="0" anchor="ctr"/>
          <a:lstStyle>
            <a:lvl1pPr algn="l">
              <a:defRPr sz="669">
                <a:solidFill>
                  <a:schemeClr val="tx1">
                    <a:tint val="82000"/>
                  </a:schemeClr>
                </a:solidFill>
              </a:defRPr>
            </a:lvl1pPr>
          </a:lstStyle>
          <a:p>
            <a:fld id="{D0356222-9F14-664A-BDE1-9B3FD3BCA485}" type="datetimeFigureOut">
              <a:rPr lang="en-US" smtClean="0"/>
              <a:t>4/29/26</a:t>
            </a:fld>
            <a:endParaRPr lang="en-US"/>
          </a:p>
        </p:txBody>
      </p:sp>
      <p:sp>
        <p:nvSpPr>
          <p:cNvPr id="5" name="Footer Placeholder 4"/>
          <p:cNvSpPr>
            <a:spLocks noGrp="1"/>
          </p:cNvSpPr>
          <p:nvPr>
            <p:ph type="ftr" sz="quarter" idx="3"/>
          </p:nvPr>
        </p:nvSpPr>
        <p:spPr>
          <a:xfrm>
            <a:off x="3167251" y="3543077"/>
            <a:ext cx="3227011" cy="203523"/>
          </a:xfrm>
          <a:prstGeom prst="rect">
            <a:avLst/>
          </a:prstGeom>
        </p:spPr>
        <p:txBody>
          <a:bodyPr vert="horz" lIns="91440" tIns="45720" rIns="91440" bIns="45720" rtlCol="0" anchor="ctr"/>
          <a:lstStyle>
            <a:lvl1pPr algn="ctr">
              <a:defRPr sz="669">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752819" y="3543077"/>
            <a:ext cx="2151340" cy="203523"/>
          </a:xfrm>
          <a:prstGeom prst="rect">
            <a:avLst/>
          </a:prstGeom>
        </p:spPr>
        <p:txBody>
          <a:bodyPr vert="horz" lIns="91440" tIns="45720" rIns="91440" bIns="45720" rtlCol="0" anchor="ctr"/>
          <a:lstStyle>
            <a:lvl1pPr algn="r">
              <a:defRPr sz="669">
                <a:solidFill>
                  <a:schemeClr val="tx1">
                    <a:tint val="82000"/>
                  </a:schemeClr>
                </a:solidFill>
              </a:defRPr>
            </a:lvl1pPr>
          </a:lstStyle>
          <a:p>
            <a:fld id="{518349E5-0CF8-464A-9BDE-A0301205D0CB}" type="slidenum">
              <a:rPr lang="en-US" smtClean="0"/>
              <a:t>‹#›</a:t>
            </a:fld>
            <a:endParaRPr lang="en-US"/>
          </a:p>
        </p:txBody>
      </p:sp>
    </p:spTree>
    <p:extLst>
      <p:ext uri="{BB962C8B-B14F-4D97-AF65-F5344CB8AC3E}">
        <p14:creationId xmlns:p14="http://schemas.microsoft.com/office/powerpoint/2010/main" val="246294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509687" rtl="0" eaLnBrk="1" latinLnBrk="0" hangingPunct="1">
        <a:lnSpc>
          <a:spcPct val="90000"/>
        </a:lnSpc>
        <a:spcBef>
          <a:spcPct val="0"/>
        </a:spcBef>
        <a:buNone/>
        <a:defRPr sz="2453" kern="1200">
          <a:solidFill>
            <a:schemeClr val="tx1"/>
          </a:solidFill>
          <a:latin typeface="+mj-lt"/>
          <a:ea typeface="+mj-ea"/>
          <a:cs typeface="+mj-cs"/>
        </a:defRPr>
      </a:lvl1pPr>
    </p:titleStyle>
    <p:bodyStyle>
      <a:lvl1pPr marL="127422" indent="-127422" algn="l" defTabSz="509687" rtl="0" eaLnBrk="1" latinLnBrk="0" hangingPunct="1">
        <a:lnSpc>
          <a:spcPct val="90000"/>
        </a:lnSpc>
        <a:spcBef>
          <a:spcPts val="557"/>
        </a:spcBef>
        <a:buFont typeface="Arial" panose="020B0604020202020204" pitchFamily="34" charset="0"/>
        <a:buChar char="•"/>
        <a:defRPr sz="1561" kern="1200">
          <a:solidFill>
            <a:schemeClr val="tx1"/>
          </a:solidFill>
          <a:latin typeface="+mn-lt"/>
          <a:ea typeface="+mn-ea"/>
          <a:cs typeface="+mn-cs"/>
        </a:defRPr>
      </a:lvl1pPr>
      <a:lvl2pPr marL="382265" indent="-127422" algn="l" defTabSz="509687" rtl="0" eaLnBrk="1" latinLnBrk="0" hangingPunct="1">
        <a:lnSpc>
          <a:spcPct val="90000"/>
        </a:lnSpc>
        <a:spcBef>
          <a:spcPts val="279"/>
        </a:spcBef>
        <a:buFont typeface="Arial" panose="020B0604020202020204" pitchFamily="34" charset="0"/>
        <a:buChar char="•"/>
        <a:defRPr sz="1338" kern="1200">
          <a:solidFill>
            <a:schemeClr val="tx1"/>
          </a:solidFill>
          <a:latin typeface="+mn-lt"/>
          <a:ea typeface="+mn-ea"/>
          <a:cs typeface="+mn-cs"/>
        </a:defRPr>
      </a:lvl2pPr>
      <a:lvl3pPr marL="637108" indent="-127422" algn="l" defTabSz="509687" rtl="0" eaLnBrk="1" latinLnBrk="0" hangingPunct="1">
        <a:lnSpc>
          <a:spcPct val="90000"/>
        </a:lnSpc>
        <a:spcBef>
          <a:spcPts val="279"/>
        </a:spcBef>
        <a:buFont typeface="Arial" panose="020B0604020202020204" pitchFamily="34" charset="0"/>
        <a:buChar char="•"/>
        <a:defRPr sz="1115" kern="1200">
          <a:solidFill>
            <a:schemeClr val="tx1"/>
          </a:solidFill>
          <a:latin typeface="+mn-lt"/>
          <a:ea typeface="+mn-ea"/>
          <a:cs typeface="+mn-cs"/>
        </a:defRPr>
      </a:lvl3pPr>
      <a:lvl4pPr marL="891951" indent="-127422" algn="l" defTabSz="509687" rtl="0" eaLnBrk="1" latinLnBrk="0" hangingPunct="1">
        <a:lnSpc>
          <a:spcPct val="90000"/>
        </a:lnSpc>
        <a:spcBef>
          <a:spcPts val="279"/>
        </a:spcBef>
        <a:buFont typeface="Arial" panose="020B0604020202020204" pitchFamily="34" charset="0"/>
        <a:buChar char="•"/>
        <a:defRPr sz="1003" kern="1200">
          <a:solidFill>
            <a:schemeClr val="tx1"/>
          </a:solidFill>
          <a:latin typeface="+mn-lt"/>
          <a:ea typeface="+mn-ea"/>
          <a:cs typeface="+mn-cs"/>
        </a:defRPr>
      </a:lvl4pPr>
      <a:lvl5pPr marL="1146795" indent="-127422" algn="l" defTabSz="509687" rtl="0" eaLnBrk="1" latinLnBrk="0" hangingPunct="1">
        <a:lnSpc>
          <a:spcPct val="90000"/>
        </a:lnSpc>
        <a:spcBef>
          <a:spcPts val="279"/>
        </a:spcBef>
        <a:buFont typeface="Arial" panose="020B0604020202020204" pitchFamily="34" charset="0"/>
        <a:buChar char="•"/>
        <a:defRPr sz="1003" kern="1200">
          <a:solidFill>
            <a:schemeClr val="tx1"/>
          </a:solidFill>
          <a:latin typeface="+mn-lt"/>
          <a:ea typeface="+mn-ea"/>
          <a:cs typeface="+mn-cs"/>
        </a:defRPr>
      </a:lvl5pPr>
      <a:lvl6pPr marL="1401638" indent="-127422" algn="l" defTabSz="509687" rtl="0" eaLnBrk="1" latinLnBrk="0" hangingPunct="1">
        <a:lnSpc>
          <a:spcPct val="90000"/>
        </a:lnSpc>
        <a:spcBef>
          <a:spcPts val="279"/>
        </a:spcBef>
        <a:buFont typeface="Arial" panose="020B0604020202020204" pitchFamily="34" charset="0"/>
        <a:buChar char="•"/>
        <a:defRPr sz="1003" kern="1200">
          <a:solidFill>
            <a:schemeClr val="tx1"/>
          </a:solidFill>
          <a:latin typeface="+mn-lt"/>
          <a:ea typeface="+mn-ea"/>
          <a:cs typeface="+mn-cs"/>
        </a:defRPr>
      </a:lvl6pPr>
      <a:lvl7pPr marL="1656481" indent="-127422" algn="l" defTabSz="509687" rtl="0" eaLnBrk="1" latinLnBrk="0" hangingPunct="1">
        <a:lnSpc>
          <a:spcPct val="90000"/>
        </a:lnSpc>
        <a:spcBef>
          <a:spcPts val="279"/>
        </a:spcBef>
        <a:buFont typeface="Arial" panose="020B0604020202020204" pitchFamily="34" charset="0"/>
        <a:buChar char="•"/>
        <a:defRPr sz="1003" kern="1200">
          <a:solidFill>
            <a:schemeClr val="tx1"/>
          </a:solidFill>
          <a:latin typeface="+mn-lt"/>
          <a:ea typeface="+mn-ea"/>
          <a:cs typeface="+mn-cs"/>
        </a:defRPr>
      </a:lvl7pPr>
      <a:lvl8pPr marL="1911325" indent="-127422" algn="l" defTabSz="509687" rtl="0" eaLnBrk="1" latinLnBrk="0" hangingPunct="1">
        <a:lnSpc>
          <a:spcPct val="90000"/>
        </a:lnSpc>
        <a:spcBef>
          <a:spcPts val="279"/>
        </a:spcBef>
        <a:buFont typeface="Arial" panose="020B0604020202020204" pitchFamily="34" charset="0"/>
        <a:buChar char="•"/>
        <a:defRPr sz="1003" kern="1200">
          <a:solidFill>
            <a:schemeClr val="tx1"/>
          </a:solidFill>
          <a:latin typeface="+mn-lt"/>
          <a:ea typeface="+mn-ea"/>
          <a:cs typeface="+mn-cs"/>
        </a:defRPr>
      </a:lvl8pPr>
      <a:lvl9pPr marL="2166168" indent="-127422" algn="l" defTabSz="509687" rtl="0" eaLnBrk="1" latinLnBrk="0" hangingPunct="1">
        <a:lnSpc>
          <a:spcPct val="90000"/>
        </a:lnSpc>
        <a:spcBef>
          <a:spcPts val="279"/>
        </a:spcBef>
        <a:buFont typeface="Arial" panose="020B0604020202020204" pitchFamily="34" charset="0"/>
        <a:buChar char="•"/>
        <a:defRPr sz="1003" kern="1200">
          <a:solidFill>
            <a:schemeClr val="tx1"/>
          </a:solidFill>
          <a:latin typeface="+mn-lt"/>
          <a:ea typeface="+mn-ea"/>
          <a:cs typeface="+mn-cs"/>
        </a:defRPr>
      </a:lvl9pPr>
    </p:bodyStyle>
    <p:otherStyle>
      <a:defPPr>
        <a:defRPr lang="en-US"/>
      </a:defPPr>
      <a:lvl1pPr marL="0" algn="l" defTabSz="509687" rtl="0" eaLnBrk="1" latinLnBrk="0" hangingPunct="1">
        <a:defRPr sz="1003" kern="1200">
          <a:solidFill>
            <a:schemeClr val="tx1"/>
          </a:solidFill>
          <a:latin typeface="+mn-lt"/>
          <a:ea typeface="+mn-ea"/>
          <a:cs typeface="+mn-cs"/>
        </a:defRPr>
      </a:lvl1pPr>
      <a:lvl2pPr marL="254843" algn="l" defTabSz="509687" rtl="0" eaLnBrk="1" latinLnBrk="0" hangingPunct="1">
        <a:defRPr sz="1003" kern="1200">
          <a:solidFill>
            <a:schemeClr val="tx1"/>
          </a:solidFill>
          <a:latin typeface="+mn-lt"/>
          <a:ea typeface="+mn-ea"/>
          <a:cs typeface="+mn-cs"/>
        </a:defRPr>
      </a:lvl2pPr>
      <a:lvl3pPr marL="509687" algn="l" defTabSz="509687" rtl="0" eaLnBrk="1" latinLnBrk="0" hangingPunct="1">
        <a:defRPr sz="1003" kern="1200">
          <a:solidFill>
            <a:schemeClr val="tx1"/>
          </a:solidFill>
          <a:latin typeface="+mn-lt"/>
          <a:ea typeface="+mn-ea"/>
          <a:cs typeface="+mn-cs"/>
        </a:defRPr>
      </a:lvl3pPr>
      <a:lvl4pPr marL="764530" algn="l" defTabSz="509687" rtl="0" eaLnBrk="1" latinLnBrk="0" hangingPunct="1">
        <a:defRPr sz="1003" kern="1200">
          <a:solidFill>
            <a:schemeClr val="tx1"/>
          </a:solidFill>
          <a:latin typeface="+mn-lt"/>
          <a:ea typeface="+mn-ea"/>
          <a:cs typeface="+mn-cs"/>
        </a:defRPr>
      </a:lvl4pPr>
      <a:lvl5pPr marL="1019373" algn="l" defTabSz="509687" rtl="0" eaLnBrk="1" latinLnBrk="0" hangingPunct="1">
        <a:defRPr sz="1003" kern="1200">
          <a:solidFill>
            <a:schemeClr val="tx1"/>
          </a:solidFill>
          <a:latin typeface="+mn-lt"/>
          <a:ea typeface="+mn-ea"/>
          <a:cs typeface="+mn-cs"/>
        </a:defRPr>
      </a:lvl5pPr>
      <a:lvl6pPr marL="1274216" algn="l" defTabSz="509687" rtl="0" eaLnBrk="1" latinLnBrk="0" hangingPunct="1">
        <a:defRPr sz="1003" kern="1200">
          <a:solidFill>
            <a:schemeClr val="tx1"/>
          </a:solidFill>
          <a:latin typeface="+mn-lt"/>
          <a:ea typeface="+mn-ea"/>
          <a:cs typeface="+mn-cs"/>
        </a:defRPr>
      </a:lvl6pPr>
      <a:lvl7pPr marL="1529060" algn="l" defTabSz="509687" rtl="0" eaLnBrk="1" latinLnBrk="0" hangingPunct="1">
        <a:defRPr sz="1003" kern="1200">
          <a:solidFill>
            <a:schemeClr val="tx1"/>
          </a:solidFill>
          <a:latin typeface="+mn-lt"/>
          <a:ea typeface="+mn-ea"/>
          <a:cs typeface="+mn-cs"/>
        </a:defRPr>
      </a:lvl7pPr>
      <a:lvl8pPr marL="1783903" algn="l" defTabSz="509687" rtl="0" eaLnBrk="1" latinLnBrk="0" hangingPunct="1">
        <a:defRPr sz="1003" kern="1200">
          <a:solidFill>
            <a:schemeClr val="tx1"/>
          </a:solidFill>
          <a:latin typeface="+mn-lt"/>
          <a:ea typeface="+mn-ea"/>
          <a:cs typeface="+mn-cs"/>
        </a:defRPr>
      </a:lvl8pPr>
      <a:lvl9pPr marL="2038746" algn="l" defTabSz="509687" rtl="0" eaLnBrk="1" latinLnBrk="0" hangingPunct="1">
        <a:defRPr sz="100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emf"/><Relationship Id="rId3" Type="http://schemas.microsoft.com/office/2018/10/relationships/comments" Target="../comments/modernComment_100_9EAEF6A1.xml"/><Relationship Id="rId7" Type="http://schemas.openxmlformats.org/officeDocument/2006/relationships/image" Target="../media/image4.svg"/><Relationship Id="rId12"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svg"/><Relationship Id="rId11" Type="http://schemas.openxmlformats.org/officeDocument/2006/relationships/image" Target="../media/image8.emf"/><Relationship Id="rId5" Type="http://schemas.openxmlformats.org/officeDocument/2006/relationships/image" Target="../media/image2.svg"/><Relationship Id="rId10" Type="http://schemas.openxmlformats.org/officeDocument/2006/relationships/image" Target="../media/image7.svg"/><Relationship Id="rId4" Type="http://schemas.openxmlformats.org/officeDocument/2006/relationships/image" Target="../media/image1.svg"/><Relationship Id="rId9"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889AD3D-0A84-CE10-29E3-2A22BEAFB8E5}"/>
              </a:ext>
            </a:extLst>
          </p:cNvPr>
          <p:cNvSpPr>
            <a:spLocks/>
          </p:cNvSpPr>
          <p:nvPr/>
        </p:nvSpPr>
        <p:spPr>
          <a:xfrm>
            <a:off x="7265" y="318"/>
            <a:ext cx="3180822" cy="38220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197"/>
          </a:p>
        </p:txBody>
      </p:sp>
      <p:sp>
        <p:nvSpPr>
          <p:cNvPr id="7" name="Rectangle 6">
            <a:extLst>
              <a:ext uri="{FF2B5EF4-FFF2-40B4-BE49-F238E27FC236}">
                <a16:creationId xmlns:a16="http://schemas.microsoft.com/office/drawing/2014/main" id="{8F9A87CE-4EBA-839A-50A7-1756C46C16C2}"/>
              </a:ext>
            </a:extLst>
          </p:cNvPr>
          <p:cNvSpPr>
            <a:spLocks/>
          </p:cNvSpPr>
          <p:nvPr/>
        </p:nvSpPr>
        <p:spPr>
          <a:xfrm>
            <a:off x="3192617" y="318"/>
            <a:ext cx="3180822" cy="382206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197"/>
          </a:p>
        </p:txBody>
      </p:sp>
      <p:sp>
        <p:nvSpPr>
          <p:cNvPr id="8" name="Rectangle 7">
            <a:extLst>
              <a:ext uri="{FF2B5EF4-FFF2-40B4-BE49-F238E27FC236}">
                <a16:creationId xmlns:a16="http://schemas.microsoft.com/office/drawing/2014/main" id="{BA8FA2F8-DB44-1568-C3B5-CEC08F0B7628}"/>
              </a:ext>
            </a:extLst>
          </p:cNvPr>
          <p:cNvSpPr>
            <a:spLocks/>
          </p:cNvSpPr>
          <p:nvPr/>
        </p:nvSpPr>
        <p:spPr>
          <a:xfrm>
            <a:off x="6377968" y="318"/>
            <a:ext cx="3180822" cy="382206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197" dirty="0"/>
          </a:p>
        </p:txBody>
      </p:sp>
      <p:sp>
        <p:nvSpPr>
          <p:cNvPr id="9" name="TextBox 8">
            <a:extLst>
              <a:ext uri="{FF2B5EF4-FFF2-40B4-BE49-F238E27FC236}">
                <a16:creationId xmlns:a16="http://schemas.microsoft.com/office/drawing/2014/main" id="{405FE8D1-E98D-8837-B4D4-0A66670C438B}"/>
              </a:ext>
            </a:extLst>
          </p:cNvPr>
          <p:cNvSpPr txBox="1"/>
          <p:nvPr/>
        </p:nvSpPr>
        <p:spPr>
          <a:xfrm>
            <a:off x="0" y="318"/>
            <a:ext cx="9558785" cy="461665"/>
          </a:xfrm>
          <a:prstGeom prst="rect">
            <a:avLst/>
          </a:prstGeom>
          <a:solidFill>
            <a:schemeClr val="accent2">
              <a:lumMod val="40000"/>
              <a:lumOff val="60000"/>
            </a:schemeClr>
          </a:solidFill>
          <a:effectLst>
            <a:outerShdw blurRad="50800" dist="50800" dir="5400000" algn="ctr" rotWithShape="0">
              <a:srgbClr val="000000">
                <a:alpha val="67921"/>
              </a:srgbClr>
            </a:outerShdw>
          </a:effectLst>
        </p:spPr>
        <p:txBody>
          <a:bodyPr wrap="square" rtlCol="0">
            <a:spAutoFit/>
          </a:bodyPr>
          <a:lstStyle/>
          <a:p>
            <a:r>
              <a:rPr lang="en-US" sz="1200" dirty="0"/>
              <a:t>This meta-analysis summarizes and explains the variation in the </a:t>
            </a:r>
            <a:r>
              <a:rPr lang="en-US" sz="1200" b="1" dirty="0"/>
              <a:t>deterring effect </a:t>
            </a:r>
            <a:r>
              <a:rPr lang="en-US" sz="1200" dirty="0"/>
              <a:t>of distance on tourism flows by analyzing 882 estimates </a:t>
            </a:r>
            <a:r>
              <a:rPr lang="en-US" sz="1200"/>
              <a:t>from 140 </a:t>
            </a:r>
            <a:r>
              <a:rPr lang="en-US" sz="1200" dirty="0"/>
              <a:t>primary studies utilizing data covering the last 25 years. We find a </a:t>
            </a:r>
            <a:r>
              <a:rPr lang="en-US" sz="1200" b="1" dirty="0"/>
              <a:t>total</a:t>
            </a:r>
            <a:r>
              <a:rPr lang="en-US" sz="1200" dirty="0"/>
              <a:t> distance-decay elasticity of -0.82.</a:t>
            </a:r>
          </a:p>
        </p:txBody>
      </p:sp>
      <p:sp>
        <p:nvSpPr>
          <p:cNvPr id="13" name="TextBox 12">
            <a:extLst>
              <a:ext uri="{FF2B5EF4-FFF2-40B4-BE49-F238E27FC236}">
                <a16:creationId xmlns:a16="http://schemas.microsoft.com/office/drawing/2014/main" id="{86E767C0-F118-F055-A868-49A3AE3A04DD}"/>
              </a:ext>
            </a:extLst>
          </p:cNvPr>
          <p:cNvSpPr txBox="1"/>
          <p:nvPr/>
        </p:nvSpPr>
        <p:spPr>
          <a:xfrm>
            <a:off x="237513" y="2968831"/>
            <a:ext cx="2754742" cy="783193"/>
          </a:xfrm>
          <a:prstGeom prst="roundRect">
            <a:avLst/>
          </a:prstGeom>
          <a:solidFill>
            <a:schemeClr val="tx2">
              <a:lumMod val="25000"/>
              <a:lumOff val="75000"/>
            </a:schemeClr>
          </a:solidFill>
          <a:effectLst>
            <a:outerShdw blurRad="50800" dist="38100" dir="2700000" algn="tl" rotWithShape="0">
              <a:prstClr val="black">
                <a:alpha val="40000"/>
              </a:prstClr>
            </a:outerShdw>
          </a:effectLst>
        </p:spPr>
        <p:txBody>
          <a:bodyPr wrap="square" rtlCol="0">
            <a:spAutoFit/>
          </a:bodyPr>
          <a:lstStyle/>
          <a:p>
            <a:pPr algn="just"/>
            <a:r>
              <a:rPr lang="en-US" sz="1000" dirty="0"/>
              <a:t>when controlling for </a:t>
            </a:r>
            <a:r>
              <a:rPr lang="en-US" sz="1000" b="1" dirty="0"/>
              <a:t>mediating</a:t>
            </a:r>
            <a:r>
              <a:rPr lang="en-US" sz="1000" dirty="0"/>
              <a:t> factors, such as island destinations     , sea access     , and  world heritage sites   , the distance-decay effect becomes flatter. </a:t>
            </a:r>
          </a:p>
        </p:txBody>
      </p:sp>
      <p:sp>
        <p:nvSpPr>
          <p:cNvPr id="21" name="Pentagon 20">
            <a:extLst>
              <a:ext uri="{FF2B5EF4-FFF2-40B4-BE49-F238E27FC236}">
                <a16:creationId xmlns:a16="http://schemas.microsoft.com/office/drawing/2014/main" id="{14332960-D3A7-4CD2-2E2C-06775E099648}"/>
              </a:ext>
            </a:extLst>
          </p:cNvPr>
          <p:cNvSpPr/>
          <p:nvPr/>
        </p:nvSpPr>
        <p:spPr>
          <a:xfrm>
            <a:off x="2684331" y="2623542"/>
            <a:ext cx="1044000" cy="254000"/>
          </a:xfrm>
          <a:prstGeom prst="homePlate">
            <a:avLst/>
          </a:prstGeom>
          <a:solidFill>
            <a:schemeClr val="accent5">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ysClr val="windowText" lastClr="000000"/>
                </a:solidFill>
              </a:rPr>
              <a:t>Where …</a:t>
            </a:r>
          </a:p>
        </p:txBody>
      </p:sp>
      <p:sp>
        <p:nvSpPr>
          <p:cNvPr id="22" name="Pentagon 21">
            <a:extLst>
              <a:ext uri="{FF2B5EF4-FFF2-40B4-BE49-F238E27FC236}">
                <a16:creationId xmlns:a16="http://schemas.microsoft.com/office/drawing/2014/main" id="{8F7523FD-EB21-82E0-8A59-D7AC98DA947B}"/>
              </a:ext>
            </a:extLst>
          </p:cNvPr>
          <p:cNvSpPr/>
          <p:nvPr/>
        </p:nvSpPr>
        <p:spPr>
          <a:xfrm>
            <a:off x="5860464" y="2629635"/>
            <a:ext cx="1044000" cy="254000"/>
          </a:xfrm>
          <a:prstGeom prst="homePlate">
            <a:avLst/>
          </a:prstGeom>
          <a:solidFill>
            <a:schemeClr val="accent6">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ysClr val="windowText" lastClr="000000"/>
                </a:solidFill>
              </a:rPr>
              <a:t>Resulting in …</a:t>
            </a:r>
          </a:p>
        </p:txBody>
      </p:sp>
      <p:sp>
        <p:nvSpPr>
          <p:cNvPr id="24" name="Up Arrow 23">
            <a:extLst>
              <a:ext uri="{FF2B5EF4-FFF2-40B4-BE49-F238E27FC236}">
                <a16:creationId xmlns:a16="http://schemas.microsoft.com/office/drawing/2014/main" id="{7599F8AE-A7AE-492C-51F3-C24DC9DC3DCB}"/>
              </a:ext>
            </a:extLst>
          </p:cNvPr>
          <p:cNvSpPr/>
          <p:nvPr/>
        </p:nvSpPr>
        <p:spPr>
          <a:xfrm>
            <a:off x="2421170" y="1822076"/>
            <a:ext cx="165436" cy="201708"/>
          </a:xfrm>
          <a:prstGeom prst="upArrow">
            <a:avLst/>
          </a:prstGeom>
          <a:solidFill>
            <a:schemeClr val="accent1">
              <a:lumMod val="60000"/>
              <a:lumOff val="40000"/>
              <a:alpha val="50000"/>
            </a:schemeClr>
          </a:solidFill>
          <a:ln>
            <a:solidFill>
              <a:schemeClr val="accent1">
                <a:lumMod val="60000"/>
                <a:lumOff val="40000"/>
                <a:alpha val="50145"/>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27" name="Graphic 26" descr="Tropical scene with solid fill">
            <a:extLst>
              <a:ext uri="{FF2B5EF4-FFF2-40B4-BE49-F238E27FC236}">
                <a16:creationId xmlns:a16="http://schemas.microsoft.com/office/drawing/2014/main" id="{27BB4471-97B8-E2B8-1D2C-325F65889D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03148" y="3216427"/>
            <a:ext cx="144000" cy="144000"/>
          </a:xfrm>
          <a:prstGeom prst="rect">
            <a:avLst/>
          </a:prstGeom>
        </p:spPr>
      </p:pic>
      <p:pic>
        <p:nvPicPr>
          <p:cNvPr id="29" name="Graphic 28" descr="Greek Temple with solid fill">
            <a:extLst>
              <a:ext uri="{FF2B5EF4-FFF2-40B4-BE49-F238E27FC236}">
                <a16:creationId xmlns:a16="http://schemas.microsoft.com/office/drawing/2014/main" id="{6D75BE8A-AFAB-8968-7E46-68B0588DFBA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27948" y="3365398"/>
            <a:ext cx="144000" cy="144000"/>
          </a:xfrm>
          <a:prstGeom prst="rect">
            <a:avLst/>
          </a:prstGeom>
        </p:spPr>
      </p:pic>
      <p:pic>
        <p:nvPicPr>
          <p:cNvPr id="33" name="Graphic 32" descr="Wave with solid fill">
            <a:extLst>
              <a:ext uri="{FF2B5EF4-FFF2-40B4-BE49-F238E27FC236}">
                <a16:creationId xmlns:a16="http://schemas.microsoft.com/office/drawing/2014/main" id="{B8FA71E5-3727-0539-5230-83556F47BD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35882" y="3216427"/>
            <a:ext cx="144000" cy="144000"/>
          </a:xfrm>
          <a:prstGeom prst="rect">
            <a:avLst/>
          </a:prstGeom>
        </p:spPr>
      </p:pic>
      <p:sp>
        <p:nvSpPr>
          <p:cNvPr id="34" name="TextBox 33">
            <a:extLst>
              <a:ext uri="{FF2B5EF4-FFF2-40B4-BE49-F238E27FC236}">
                <a16:creationId xmlns:a16="http://schemas.microsoft.com/office/drawing/2014/main" id="{A4FE8F47-5B32-2CF2-C6A3-D9BD5F17BA62}"/>
              </a:ext>
            </a:extLst>
          </p:cNvPr>
          <p:cNvSpPr txBox="1"/>
          <p:nvPr/>
        </p:nvSpPr>
        <p:spPr>
          <a:xfrm>
            <a:off x="3416786" y="2962214"/>
            <a:ext cx="2754742" cy="612934"/>
          </a:xfrm>
          <a:prstGeom prst="roundRect">
            <a:avLst/>
          </a:prstGeom>
          <a:solidFill>
            <a:schemeClr val="accent5">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just"/>
            <a:r>
              <a:rPr lang="en-US" sz="1000" dirty="0"/>
              <a:t>the distance-decay effect remains </a:t>
            </a:r>
            <a:r>
              <a:rPr lang="en-US" sz="1000" b="1" dirty="0"/>
              <a:t>constant</a:t>
            </a:r>
            <a:r>
              <a:rPr lang="en-US" sz="1000" dirty="0"/>
              <a:t> over time, both for domestic  and for international tourism      . </a:t>
            </a:r>
          </a:p>
        </p:txBody>
      </p:sp>
      <p:sp>
        <p:nvSpPr>
          <p:cNvPr id="35" name="TextBox 34">
            <a:extLst>
              <a:ext uri="{FF2B5EF4-FFF2-40B4-BE49-F238E27FC236}">
                <a16:creationId xmlns:a16="http://schemas.microsoft.com/office/drawing/2014/main" id="{1F514C6A-8E93-C0FE-F9EC-867C5D0D001C}"/>
              </a:ext>
            </a:extLst>
          </p:cNvPr>
          <p:cNvSpPr txBox="1"/>
          <p:nvPr/>
        </p:nvSpPr>
        <p:spPr>
          <a:xfrm>
            <a:off x="6624000" y="2956642"/>
            <a:ext cx="2754742" cy="612934"/>
          </a:xfrm>
          <a:prstGeom prst="roundRect">
            <a:avLst/>
          </a:prstGeom>
          <a:solidFill>
            <a:schemeClr val="accent6">
              <a:lumMod val="40000"/>
              <a:lumOff val="60000"/>
            </a:schemeClr>
          </a:solidFill>
          <a:effectLst>
            <a:outerShdw blurRad="50800" dist="38100" dir="2700000" algn="tl" rotWithShape="0">
              <a:prstClr val="black">
                <a:alpha val="40000"/>
              </a:prstClr>
            </a:outerShdw>
          </a:effectLst>
        </p:spPr>
        <p:txBody>
          <a:bodyPr wrap="square" rtlCol="0">
            <a:spAutoFit/>
          </a:bodyPr>
          <a:lstStyle/>
          <a:p>
            <a:pPr algn="just"/>
            <a:r>
              <a:rPr lang="en-US" sz="1000" dirty="0"/>
              <a:t>more </a:t>
            </a:r>
            <a:r>
              <a:rPr lang="en-US" sz="1000" b="1" dirty="0"/>
              <a:t>total </a:t>
            </a:r>
            <a:r>
              <a:rPr lang="en-US" sz="1000" dirty="0"/>
              <a:t>tourists over larger distances, with </a:t>
            </a:r>
            <a:r>
              <a:rPr lang="en-GB" sz="1000" dirty="0"/>
              <a:t>potentially severe environmental effects   , especially when incomes        increase</a:t>
            </a:r>
            <a:r>
              <a:rPr lang="en-US" sz="1000" dirty="0"/>
              <a:t>.</a:t>
            </a:r>
          </a:p>
        </p:txBody>
      </p:sp>
      <p:pic>
        <p:nvPicPr>
          <p:cNvPr id="39" name="Graphic 38" descr="House with solid fill">
            <a:extLst>
              <a:ext uri="{FF2B5EF4-FFF2-40B4-BE49-F238E27FC236}">
                <a16:creationId xmlns:a16="http://schemas.microsoft.com/office/drawing/2014/main" id="{97A1DEA9-2847-5E42-3D59-B851FCFA428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05385" y="3185670"/>
            <a:ext cx="144000" cy="144000"/>
          </a:xfrm>
          <a:prstGeom prst="rect">
            <a:avLst/>
          </a:prstGeom>
        </p:spPr>
      </p:pic>
      <p:pic>
        <p:nvPicPr>
          <p:cNvPr id="41" name="Graphic 40" descr="Aeroplane with solid fill">
            <a:extLst>
              <a:ext uri="{FF2B5EF4-FFF2-40B4-BE49-F238E27FC236}">
                <a16:creationId xmlns:a16="http://schemas.microsoft.com/office/drawing/2014/main" id="{3EEF2AD4-9AC5-EC40-6115-4357F4A4E75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07392" y="3337217"/>
            <a:ext cx="144000" cy="144000"/>
          </a:xfrm>
          <a:prstGeom prst="rect">
            <a:avLst/>
          </a:prstGeom>
        </p:spPr>
      </p:pic>
      <p:pic>
        <p:nvPicPr>
          <p:cNvPr id="43" name="Graphic 42" descr="Sun with solid fill">
            <a:extLst>
              <a:ext uri="{FF2B5EF4-FFF2-40B4-BE49-F238E27FC236}">
                <a16:creationId xmlns:a16="http://schemas.microsoft.com/office/drawing/2014/main" id="{197CCC8B-AB96-ABD3-DB73-FC3A2B4D3EA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061213" y="3191109"/>
            <a:ext cx="144000" cy="144000"/>
          </a:xfrm>
          <a:prstGeom prst="rect">
            <a:avLst/>
          </a:prstGeom>
        </p:spPr>
      </p:pic>
      <p:pic>
        <p:nvPicPr>
          <p:cNvPr id="45" name="Graphic 44" descr="Money with solid fill">
            <a:extLst>
              <a:ext uri="{FF2B5EF4-FFF2-40B4-BE49-F238E27FC236}">
                <a16:creationId xmlns:a16="http://schemas.microsoft.com/office/drawing/2014/main" id="{49C9A65D-8273-310F-660B-E876D23AC96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149063" y="3341859"/>
            <a:ext cx="144000" cy="144000"/>
          </a:xfrm>
          <a:prstGeom prst="rect">
            <a:avLst/>
          </a:prstGeom>
        </p:spPr>
      </p:pic>
      <p:sp>
        <p:nvSpPr>
          <p:cNvPr id="46" name="Pentagon 45">
            <a:extLst>
              <a:ext uri="{FF2B5EF4-FFF2-40B4-BE49-F238E27FC236}">
                <a16:creationId xmlns:a16="http://schemas.microsoft.com/office/drawing/2014/main" id="{71316B61-9E7E-303F-622F-C30DE1AB6603}"/>
              </a:ext>
            </a:extLst>
          </p:cNvPr>
          <p:cNvSpPr/>
          <p:nvPr/>
        </p:nvSpPr>
        <p:spPr>
          <a:xfrm>
            <a:off x="52265" y="2623542"/>
            <a:ext cx="1044000" cy="254000"/>
          </a:xfrm>
          <a:prstGeom prst="homePlate">
            <a:avLst/>
          </a:prstGeom>
          <a:solidFill>
            <a:schemeClr val="tx2">
              <a:lumMod val="25000"/>
              <a:lumOff val="7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ysClr val="windowText" lastClr="000000"/>
                </a:solidFill>
              </a:rPr>
              <a:t>But …</a:t>
            </a:r>
          </a:p>
        </p:txBody>
      </p:sp>
      <p:pic>
        <p:nvPicPr>
          <p:cNvPr id="12" name="Picture 11">
            <a:extLst>
              <a:ext uri="{FF2B5EF4-FFF2-40B4-BE49-F238E27FC236}">
                <a16:creationId xmlns:a16="http://schemas.microsoft.com/office/drawing/2014/main" id="{D4D590FC-2E2B-A2AA-260B-7EE987B4B8A7}"/>
              </a:ext>
            </a:extLst>
          </p:cNvPr>
          <p:cNvPicPr>
            <a:picLocks noChangeAspect="1"/>
          </p:cNvPicPr>
          <p:nvPr/>
        </p:nvPicPr>
        <p:blipFill>
          <a:blip r:embed="rId11"/>
          <a:srcRect l="2254" t="1753" r="1330" b="1161"/>
          <a:stretch>
            <a:fillRect/>
          </a:stretch>
        </p:blipFill>
        <p:spPr>
          <a:xfrm>
            <a:off x="3369004" y="606397"/>
            <a:ext cx="2507178" cy="2209203"/>
          </a:xfrm>
          <a:prstGeom prst="rect">
            <a:avLst/>
          </a:prstGeom>
        </p:spPr>
      </p:pic>
      <p:pic>
        <p:nvPicPr>
          <p:cNvPr id="15" name="Picture 14">
            <a:extLst>
              <a:ext uri="{FF2B5EF4-FFF2-40B4-BE49-F238E27FC236}">
                <a16:creationId xmlns:a16="http://schemas.microsoft.com/office/drawing/2014/main" id="{0EFCC3F9-8891-E7DC-3A8E-8BDA1A6CF56B}"/>
              </a:ext>
            </a:extLst>
          </p:cNvPr>
          <p:cNvPicPr>
            <a:picLocks noChangeAspect="1"/>
          </p:cNvPicPr>
          <p:nvPr/>
        </p:nvPicPr>
        <p:blipFill>
          <a:blip r:embed="rId12"/>
          <a:srcRect l="795" t="321" r="795" b="321"/>
          <a:stretch>
            <a:fillRect/>
          </a:stretch>
        </p:blipFill>
        <p:spPr>
          <a:xfrm>
            <a:off x="6595897" y="589773"/>
            <a:ext cx="2609316" cy="2283152"/>
          </a:xfrm>
          <a:prstGeom prst="rect">
            <a:avLst/>
          </a:prstGeom>
        </p:spPr>
      </p:pic>
      <p:sp>
        <p:nvSpPr>
          <p:cNvPr id="16" name="Up Arrow 15">
            <a:extLst>
              <a:ext uri="{FF2B5EF4-FFF2-40B4-BE49-F238E27FC236}">
                <a16:creationId xmlns:a16="http://schemas.microsoft.com/office/drawing/2014/main" id="{488C4874-F292-3FD2-CD5F-3800AE6DFEEE}"/>
              </a:ext>
            </a:extLst>
          </p:cNvPr>
          <p:cNvSpPr/>
          <p:nvPr/>
        </p:nvSpPr>
        <p:spPr>
          <a:xfrm>
            <a:off x="1902157" y="1620368"/>
            <a:ext cx="165436" cy="201708"/>
          </a:xfrm>
          <a:prstGeom prst="upArrow">
            <a:avLst/>
          </a:prstGeom>
          <a:solidFill>
            <a:schemeClr val="accent1">
              <a:lumMod val="60000"/>
              <a:lumOff val="40000"/>
              <a:alpha val="50000"/>
            </a:schemeClr>
          </a:solidFill>
          <a:ln>
            <a:solidFill>
              <a:schemeClr val="accent1">
                <a:lumMod val="60000"/>
                <a:lumOff val="40000"/>
                <a:alpha val="50145"/>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3" name="Picture 2">
            <a:extLst>
              <a:ext uri="{FF2B5EF4-FFF2-40B4-BE49-F238E27FC236}">
                <a16:creationId xmlns:a16="http://schemas.microsoft.com/office/drawing/2014/main" id="{3357C84E-39F0-F6D3-22CE-1092221125D9}"/>
              </a:ext>
            </a:extLst>
          </p:cNvPr>
          <p:cNvPicPr>
            <a:picLocks noChangeAspect="1"/>
          </p:cNvPicPr>
          <p:nvPr/>
        </p:nvPicPr>
        <p:blipFill>
          <a:blip r:embed="rId13"/>
          <a:stretch>
            <a:fillRect/>
          </a:stretch>
        </p:blipFill>
        <p:spPr>
          <a:xfrm>
            <a:off x="-55100" y="50984"/>
            <a:ext cx="3166095" cy="3166095"/>
          </a:xfrm>
          <a:prstGeom prst="rect">
            <a:avLst/>
          </a:prstGeom>
        </p:spPr>
      </p:pic>
    </p:spTree>
    <p:extLst>
      <p:ext uri="{BB962C8B-B14F-4D97-AF65-F5344CB8AC3E}">
        <p14:creationId xmlns:p14="http://schemas.microsoft.com/office/powerpoint/2010/main" val="2662266529"/>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109</Words>
  <Application>Microsoft Macintosh PowerPoint</Application>
  <PresentationFormat>Custom</PresentationFormat>
  <Paragraphs>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Graaff, T. de (Thomas)</dc:creator>
  <cp:lastModifiedBy>Graaff, T. de (Thomas)</cp:lastModifiedBy>
  <cp:revision>4</cp:revision>
  <dcterms:created xsi:type="dcterms:W3CDTF">2025-05-28T08:59:59Z</dcterms:created>
  <dcterms:modified xsi:type="dcterms:W3CDTF">2026-04-29T12:21:31Z</dcterms:modified>
</cp:coreProperties>
</file>